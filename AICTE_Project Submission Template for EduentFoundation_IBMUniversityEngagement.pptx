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4" r:id="rId10"/>
    <p:sldId id="261" r:id="rId11"/>
    <p:sldId id="275" r:id="rId12"/>
    <p:sldId id="277" r:id="rId13"/>
    <p:sldId id="284" r:id="rId14"/>
    <p:sldId id="278" r:id="rId15"/>
    <p:sldId id="279" r:id="rId16"/>
    <p:sldId id="280" r:id="rId17"/>
    <p:sldId id="267" r:id="rId18"/>
    <p:sldId id="269" r:id="rId19"/>
    <p:sldId id="282" r:id="rId20"/>
    <p:sldId id="283" r:id="rId21"/>
    <p:sldId id="271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ED8DF-A19B-401D-98FB-2EB4859941A1}" v="41" dt="2026-07-12T18:22:03.554"/>
  </p1510:revLst>
</p1510:revInfo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eena rahman" userId="4fc784b6336aae83" providerId="LiveId" clId="{5DAED2ED-308B-407C-A22A-CD060434EEF0}"/>
    <pc:docChg chg="undo custSel addSld delSld modSld sldOrd">
      <pc:chgData name="Haseena rahman" userId="4fc784b6336aae83" providerId="LiveId" clId="{5DAED2ED-308B-407C-A22A-CD060434EEF0}" dt="2026-07-12T18:19:41.600" v="802" actId="2711"/>
      <pc:docMkLst>
        <pc:docMk/>
      </pc:docMkLst>
      <pc:sldChg chg="modSp mod">
        <pc:chgData name="Haseena rahman" userId="4fc784b6336aae83" providerId="LiveId" clId="{5DAED2ED-308B-407C-A22A-CD060434EEF0}" dt="2026-07-12T13:44:19.289" v="785" actId="20577"/>
        <pc:sldMkLst>
          <pc:docMk/>
          <pc:sldMk cId="0" sldId="256"/>
        </pc:sldMkLst>
        <pc:spChg chg="mod">
          <ac:chgData name="Haseena rahman" userId="4fc784b6336aae83" providerId="LiveId" clId="{5DAED2ED-308B-407C-A22A-CD060434EEF0}" dt="2026-07-12T13:44:19.289" v="785" actId="20577"/>
          <ac:spMkLst>
            <pc:docMk/>
            <pc:sldMk cId="0" sldId="256"/>
            <ac:spMk id="79" creationId="{00000000-0000-0000-0000-000000000000}"/>
          </ac:spMkLst>
        </pc:spChg>
      </pc:sldChg>
      <pc:sldChg chg="delSp modSp mod">
        <pc:chgData name="Haseena rahman" userId="4fc784b6336aae83" providerId="LiveId" clId="{5DAED2ED-308B-407C-A22A-CD060434EEF0}" dt="2026-07-12T13:41:30.814" v="753"/>
        <pc:sldMkLst>
          <pc:docMk/>
          <pc:sldMk cId="0" sldId="257"/>
        </pc:sldMkLst>
        <pc:spChg chg="mod">
          <ac:chgData name="Haseena rahman" userId="4fc784b6336aae83" providerId="LiveId" clId="{5DAED2ED-308B-407C-A22A-CD060434EEF0}" dt="2026-07-12T13:41:14.285" v="750" actId="255"/>
          <ac:spMkLst>
            <pc:docMk/>
            <pc:sldMk cId="0" sldId="257"/>
            <ac:spMk id="88" creationId="{00000000-0000-0000-0000-000000000000}"/>
          </ac:spMkLst>
        </pc:spChg>
        <pc:spChg chg="mod">
          <ac:chgData name="Haseena rahman" userId="4fc784b6336aae83" providerId="LiveId" clId="{5DAED2ED-308B-407C-A22A-CD060434EEF0}" dt="2026-07-12T13:41:25.023" v="751" actId="255"/>
          <ac:spMkLst>
            <pc:docMk/>
            <pc:sldMk cId="0" sldId="257"/>
            <ac:spMk id="89" creationId="{00000000-0000-0000-0000-000000000000}"/>
          </ac:spMkLst>
        </pc:spChg>
        <pc:spChg chg="del mod">
          <ac:chgData name="Haseena rahman" userId="4fc784b6336aae83" providerId="LiveId" clId="{5DAED2ED-308B-407C-A22A-CD060434EEF0}" dt="2026-07-12T13:41:30.814" v="753"/>
          <ac:spMkLst>
            <pc:docMk/>
            <pc:sldMk cId="0" sldId="257"/>
            <ac:spMk id="90" creationId="{00000000-0000-0000-0000-000000000000}"/>
          </ac:spMkLst>
        </pc:spChg>
      </pc:sldChg>
      <pc:sldChg chg="modSp mod">
        <pc:chgData name="Haseena rahman" userId="4fc784b6336aae83" providerId="LiveId" clId="{5DAED2ED-308B-407C-A22A-CD060434EEF0}" dt="2026-07-12T06:26:18.932" v="1" actId="255"/>
        <pc:sldMkLst>
          <pc:docMk/>
          <pc:sldMk cId="0" sldId="258"/>
        </pc:sldMkLst>
        <pc:spChg chg="mod">
          <ac:chgData name="Haseena rahman" userId="4fc784b6336aae83" providerId="LiveId" clId="{5DAED2ED-308B-407C-A22A-CD060434EEF0}" dt="2026-07-12T06:26:18.932" v="1" actId="255"/>
          <ac:spMkLst>
            <pc:docMk/>
            <pc:sldMk cId="0" sldId="258"/>
            <ac:spMk id="95" creationId="{00000000-0000-0000-0000-000000000000}"/>
          </ac:spMkLst>
        </pc:spChg>
        <pc:spChg chg="mod">
          <ac:chgData name="Haseena rahman" userId="4fc784b6336aae83" providerId="LiveId" clId="{5DAED2ED-308B-407C-A22A-CD060434EEF0}" dt="2026-07-12T06:26:09.049" v="0" actId="255"/>
          <ac:spMkLst>
            <pc:docMk/>
            <pc:sldMk cId="0" sldId="258"/>
            <ac:spMk id="96" creationId="{00000000-0000-0000-0000-000000000000}"/>
          </ac:spMkLst>
        </pc:spChg>
      </pc:sldChg>
      <pc:sldChg chg="modSp mod">
        <pc:chgData name="Haseena rahman" userId="4fc784b6336aae83" providerId="LiveId" clId="{5DAED2ED-308B-407C-A22A-CD060434EEF0}" dt="2026-07-12T06:26:58.625" v="6" actId="20577"/>
        <pc:sldMkLst>
          <pc:docMk/>
          <pc:sldMk cId="0" sldId="259"/>
        </pc:sldMkLst>
        <pc:spChg chg="mod">
          <ac:chgData name="Haseena rahman" userId="4fc784b6336aae83" providerId="LiveId" clId="{5DAED2ED-308B-407C-A22A-CD060434EEF0}" dt="2026-07-12T06:26:58.625" v="6" actId="20577"/>
          <ac:spMkLst>
            <pc:docMk/>
            <pc:sldMk cId="0" sldId="259"/>
            <ac:spMk id="101" creationId="{00000000-0000-0000-0000-000000000000}"/>
          </ac:spMkLst>
        </pc:spChg>
      </pc:sldChg>
      <pc:sldChg chg="modSp mod ord">
        <pc:chgData name="Haseena rahman" userId="4fc784b6336aae83" providerId="LiveId" clId="{5DAED2ED-308B-407C-A22A-CD060434EEF0}" dt="2026-07-12T08:42:46.895" v="178" actId="5793"/>
        <pc:sldMkLst>
          <pc:docMk/>
          <pc:sldMk cId="0" sldId="260"/>
        </pc:sldMkLst>
        <pc:spChg chg="mod">
          <ac:chgData name="Haseena rahman" userId="4fc784b6336aae83" providerId="LiveId" clId="{5DAED2ED-308B-407C-A22A-CD060434EEF0}" dt="2026-07-12T08:36:35.317" v="141" actId="1076"/>
          <ac:spMkLst>
            <pc:docMk/>
            <pc:sldMk cId="0" sldId="260"/>
            <ac:spMk id="107" creationId="{00000000-0000-0000-0000-000000000000}"/>
          </ac:spMkLst>
        </pc:spChg>
        <pc:spChg chg="mod">
          <ac:chgData name="Haseena rahman" userId="4fc784b6336aae83" providerId="LiveId" clId="{5DAED2ED-308B-407C-A22A-CD060434EEF0}" dt="2026-07-12T08:42:46.895" v="178" actId="5793"/>
          <ac:spMkLst>
            <pc:docMk/>
            <pc:sldMk cId="0" sldId="260"/>
            <ac:spMk id="108" creationId="{00000000-0000-0000-0000-000000000000}"/>
          </ac:spMkLst>
        </pc:spChg>
      </pc:sldChg>
      <pc:sldChg chg="addSp modSp mod">
        <pc:chgData name="Haseena rahman" userId="4fc784b6336aae83" providerId="LiveId" clId="{5DAED2ED-308B-407C-A22A-CD060434EEF0}" dt="2026-07-12T13:39:57.795" v="748" actId="113"/>
        <pc:sldMkLst>
          <pc:docMk/>
          <pc:sldMk cId="0" sldId="261"/>
        </pc:sldMkLst>
        <pc:spChg chg="mod">
          <ac:chgData name="Haseena rahman" userId="4fc784b6336aae83" providerId="LiveId" clId="{5DAED2ED-308B-407C-A22A-CD060434EEF0}" dt="2026-07-12T13:39:57.795" v="748" actId="113"/>
          <ac:spMkLst>
            <pc:docMk/>
            <pc:sldMk cId="0" sldId="261"/>
            <ac:spMk id="120" creationId="{00000000-0000-0000-0000-000000000000}"/>
          </ac:spMkLst>
        </pc:spChg>
        <pc:graphicFrameChg chg="add mod">
          <ac:chgData name="Haseena rahman" userId="4fc784b6336aae83" providerId="LiveId" clId="{5DAED2ED-308B-407C-A22A-CD060434EEF0}" dt="2026-07-12T13:38:12.951" v="600"/>
          <ac:graphicFrameMkLst>
            <pc:docMk/>
            <pc:sldMk cId="0" sldId="261"/>
            <ac:graphicFrameMk id="4" creationId="{D41E579C-C01D-1190-5BA1-2B0FA09F9A9B}"/>
          </ac:graphicFrameMkLst>
        </pc:graphicFrameChg>
        <pc:graphicFrameChg chg="add mod modGraphic">
          <ac:chgData name="Haseena rahman" userId="4fc784b6336aae83" providerId="LiveId" clId="{5DAED2ED-308B-407C-A22A-CD060434EEF0}" dt="2026-07-12T13:39:15.350" v="733" actId="20577"/>
          <ac:graphicFrameMkLst>
            <pc:docMk/>
            <pc:sldMk cId="0" sldId="261"/>
            <ac:graphicFrameMk id="5" creationId="{604D0425-E076-968A-98EA-060C278B111F}"/>
          </ac:graphicFrameMkLst>
        </pc:graphicFrameChg>
      </pc:sldChg>
      <pc:sldChg chg="del">
        <pc:chgData name="Haseena rahman" userId="4fc784b6336aae83" providerId="LiveId" clId="{5DAED2ED-308B-407C-A22A-CD060434EEF0}" dt="2026-07-12T11:04:33.550" v="440" actId="2696"/>
        <pc:sldMkLst>
          <pc:docMk/>
          <pc:sldMk cId="0" sldId="262"/>
        </pc:sldMkLst>
      </pc:sldChg>
      <pc:sldChg chg="add del">
        <pc:chgData name="Haseena rahman" userId="4fc784b6336aae83" providerId="LiveId" clId="{5DAED2ED-308B-407C-A22A-CD060434EEF0}" dt="2026-07-12T11:16:58.467" v="529" actId="2696"/>
        <pc:sldMkLst>
          <pc:docMk/>
          <pc:sldMk cId="2971563968" sldId="262"/>
        </pc:sldMkLst>
      </pc:sldChg>
      <pc:sldChg chg="delSp del mod">
        <pc:chgData name="Haseena rahman" userId="4fc784b6336aae83" providerId="LiveId" clId="{5DAED2ED-308B-407C-A22A-CD060434EEF0}" dt="2026-07-12T10:05:45.570" v="436" actId="2696"/>
        <pc:sldMkLst>
          <pc:docMk/>
          <pc:sldMk cId="0" sldId="263"/>
        </pc:sldMkLst>
        <pc:picChg chg="del">
          <ac:chgData name="Haseena rahman" userId="4fc784b6336aae83" providerId="LiveId" clId="{5DAED2ED-308B-407C-A22A-CD060434EEF0}" dt="2026-07-12T10:05:29.754" v="435" actId="21"/>
          <ac:picMkLst>
            <pc:docMk/>
            <pc:sldMk cId="0" sldId="263"/>
            <ac:picMk id="132" creationId="{00000000-0000-0000-0000-000000000000}"/>
          </ac:picMkLst>
        </pc:picChg>
      </pc:sldChg>
      <pc:sldChg chg="delSp modSp mod ord">
        <pc:chgData name="Haseena rahman" userId="4fc784b6336aae83" providerId="LiveId" clId="{5DAED2ED-308B-407C-A22A-CD060434EEF0}" dt="2026-07-12T08:43:52.366" v="193" actId="12"/>
        <pc:sldMkLst>
          <pc:docMk/>
          <pc:sldMk cId="0" sldId="264"/>
        </pc:sldMkLst>
        <pc:spChg chg="mod">
          <ac:chgData name="Haseena rahman" userId="4fc784b6336aae83" providerId="LiveId" clId="{5DAED2ED-308B-407C-A22A-CD060434EEF0}" dt="2026-07-12T08:43:52.366" v="193" actId="12"/>
          <ac:spMkLst>
            <pc:docMk/>
            <pc:sldMk cId="0" sldId="264"/>
            <ac:spMk id="139" creationId="{00000000-0000-0000-0000-000000000000}"/>
          </ac:spMkLst>
        </pc:spChg>
        <pc:picChg chg="del">
          <ac:chgData name="Haseena rahman" userId="4fc784b6336aae83" providerId="LiveId" clId="{5DAED2ED-308B-407C-A22A-CD060434EEF0}" dt="2026-07-12T08:39:40.501" v="151" actId="21"/>
          <ac:picMkLst>
            <pc:docMk/>
            <pc:sldMk cId="0" sldId="264"/>
            <ac:picMk id="137" creationId="{00000000-0000-0000-0000-000000000000}"/>
          </ac:picMkLst>
        </pc:picChg>
      </pc:sldChg>
      <pc:sldChg chg="del">
        <pc:chgData name="Haseena rahman" userId="4fc784b6336aae83" providerId="LiveId" clId="{5DAED2ED-308B-407C-A22A-CD060434EEF0}" dt="2026-07-12T10:05:54.989" v="437" actId="2696"/>
        <pc:sldMkLst>
          <pc:docMk/>
          <pc:sldMk cId="0" sldId="265"/>
        </pc:sldMkLst>
      </pc:sldChg>
      <pc:sldChg chg="del">
        <pc:chgData name="Haseena rahman" userId="4fc784b6336aae83" providerId="LiveId" clId="{5DAED2ED-308B-407C-A22A-CD060434EEF0}" dt="2026-07-12T11:17:02.838" v="530" actId="2696"/>
        <pc:sldMkLst>
          <pc:docMk/>
          <pc:sldMk cId="0" sldId="266"/>
        </pc:sldMkLst>
      </pc:sldChg>
      <pc:sldChg chg="modSp mod ord">
        <pc:chgData name="Haseena rahman" userId="4fc784b6336aae83" providerId="LiveId" clId="{5DAED2ED-308B-407C-A22A-CD060434EEF0}" dt="2026-07-12T18:19:41.600" v="802" actId="2711"/>
        <pc:sldMkLst>
          <pc:docMk/>
          <pc:sldMk cId="0" sldId="267"/>
        </pc:sldMkLst>
        <pc:spChg chg="mod">
          <ac:chgData name="Haseena rahman" userId="4fc784b6336aae83" providerId="LiveId" clId="{5DAED2ED-308B-407C-A22A-CD060434EEF0}" dt="2026-07-12T11:05:30.640" v="445" actId="113"/>
          <ac:spMkLst>
            <pc:docMk/>
            <pc:sldMk cId="0" sldId="267"/>
            <ac:spMk id="163" creationId="{00000000-0000-0000-0000-000000000000}"/>
          </ac:spMkLst>
        </pc:spChg>
        <pc:spChg chg="mod">
          <ac:chgData name="Haseena rahman" userId="4fc784b6336aae83" providerId="LiveId" clId="{5DAED2ED-308B-407C-A22A-CD060434EEF0}" dt="2026-07-12T18:19:41.600" v="802" actId="2711"/>
          <ac:spMkLst>
            <pc:docMk/>
            <pc:sldMk cId="0" sldId="267"/>
            <ac:spMk id="164" creationId="{00000000-0000-0000-0000-000000000000}"/>
          </ac:spMkLst>
        </pc:spChg>
      </pc:sldChg>
      <pc:sldChg chg="del">
        <pc:chgData name="Haseena rahman" userId="4fc784b6336aae83" providerId="LiveId" clId="{5DAED2ED-308B-407C-A22A-CD060434EEF0}" dt="2026-07-12T11:17:08.722" v="531" actId="2696"/>
        <pc:sldMkLst>
          <pc:docMk/>
          <pc:sldMk cId="0" sldId="268"/>
        </pc:sldMkLst>
      </pc:sldChg>
      <pc:sldChg chg="addSp delSp modSp mod ord">
        <pc:chgData name="Haseena rahman" userId="4fc784b6336aae83" providerId="LiveId" clId="{5DAED2ED-308B-407C-A22A-CD060434EEF0}" dt="2026-07-12T13:30:38.265" v="595"/>
        <pc:sldMkLst>
          <pc:docMk/>
          <pc:sldMk cId="0" sldId="269"/>
        </pc:sldMkLst>
        <pc:spChg chg="del mod">
          <ac:chgData name="Haseena rahman" userId="4fc784b6336aae83" providerId="LiveId" clId="{5DAED2ED-308B-407C-A22A-CD060434EEF0}" dt="2026-07-12T11:18:14.291" v="537"/>
          <ac:spMkLst>
            <pc:docMk/>
            <pc:sldMk cId="0" sldId="269"/>
            <ac:spMk id="183" creationId="{00000000-0000-0000-0000-000000000000}"/>
          </ac:spMkLst>
        </pc:spChg>
        <pc:picChg chg="add del">
          <ac:chgData name="Haseena rahman" userId="4fc784b6336aae83" providerId="LiveId" clId="{5DAED2ED-308B-407C-A22A-CD060434EEF0}" dt="2026-07-12T13:29:16.735" v="577" actId="21"/>
          <ac:picMkLst>
            <pc:docMk/>
            <pc:sldMk cId="0" sldId="269"/>
            <ac:picMk id="3" creationId="{C132FCCD-8E3A-6405-37B8-BBBC6B38E35D}"/>
          </ac:picMkLst>
        </pc:picChg>
        <pc:picChg chg="add mod">
          <ac:chgData name="Haseena rahman" userId="4fc784b6336aae83" providerId="LiveId" clId="{5DAED2ED-308B-407C-A22A-CD060434EEF0}" dt="2026-07-12T13:30:28.260" v="591" actId="14100"/>
          <ac:picMkLst>
            <pc:docMk/>
            <pc:sldMk cId="0" sldId="269"/>
            <ac:picMk id="5" creationId="{F78FEA7D-B1FC-6624-5A6D-5EF832667F8F}"/>
          </ac:picMkLst>
        </pc:picChg>
        <pc:picChg chg="add mod">
          <ac:chgData name="Haseena rahman" userId="4fc784b6336aae83" providerId="LiveId" clId="{5DAED2ED-308B-407C-A22A-CD060434EEF0}" dt="2026-07-12T13:30:32.640" v="593" actId="1076"/>
          <ac:picMkLst>
            <pc:docMk/>
            <pc:sldMk cId="0" sldId="269"/>
            <ac:picMk id="7" creationId="{98F37559-0BD7-57D8-6653-4691ED3C2D54}"/>
          </ac:picMkLst>
        </pc:picChg>
        <pc:picChg chg="add del mod">
          <ac:chgData name="Haseena rahman" userId="4fc784b6336aae83" providerId="LiveId" clId="{5DAED2ED-308B-407C-A22A-CD060434EEF0}" dt="2026-07-12T13:29:04.364" v="572" actId="21"/>
          <ac:picMkLst>
            <pc:docMk/>
            <pc:sldMk cId="0" sldId="269"/>
            <ac:picMk id="9" creationId="{F4311449-5BB1-4913-FB53-B4DE073D6876}"/>
          </ac:picMkLst>
        </pc:picChg>
        <pc:picChg chg="add del mod">
          <ac:chgData name="Haseena rahman" userId="4fc784b6336aae83" providerId="LiveId" clId="{5DAED2ED-308B-407C-A22A-CD060434EEF0}" dt="2026-07-12T13:29:01.378" v="571" actId="21"/>
          <ac:picMkLst>
            <pc:docMk/>
            <pc:sldMk cId="0" sldId="269"/>
            <ac:picMk id="11" creationId="{37B628D7-94C4-A43C-234F-BFD6FEC61A95}"/>
          </ac:picMkLst>
        </pc:picChg>
        <pc:picChg chg="add del">
          <ac:chgData name="Haseena rahman" userId="4fc784b6336aae83" providerId="LiveId" clId="{5DAED2ED-308B-407C-A22A-CD060434EEF0}" dt="2026-07-12T11:17:25.573" v="534" actId="21"/>
          <ac:picMkLst>
            <pc:docMk/>
            <pc:sldMk cId="0" sldId="269"/>
            <ac:picMk id="181" creationId="{00000000-0000-0000-0000-000000000000}"/>
          </ac:picMkLst>
        </pc:picChg>
      </pc:sldChg>
      <pc:sldChg chg="del">
        <pc:chgData name="Haseena rahman" userId="4fc784b6336aae83" providerId="LiveId" clId="{5DAED2ED-308B-407C-A22A-CD060434EEF0}" dt="2026-07-12T13:30:51.117" v="596" actId="2696"/>
        <pc:sldMkLst>
          <pc:docMk/>
          <pc:sldMk cId="0" sldId="270"/>
        </pc:sldMkLst>
      </pc:sldChg>
      <pc:sldChg chg="modSp new mod">
        <pc:chgData name="Haseena rahman" userId="4fc784b6336aae83" providerId="LiveId" clId="{5DAED2ED-308B-407C-A22A-CD060434EEF0}" dt="2026-07-12T08:31:40.262" v="118" actId="5793"/>
        <pc:sldMkLst>
          <pc:docMk/>
          <pc:sldMk cId="1314118421" sldId="272"/>
        </pc:sldMkLst>
        <pc:spChg chg="mod">
          <ac:chgData name="Haseena rahman" userId="4fc784b6336aae83" providerId="LiveId" clId="{5DAED2ED-308B-407C-A22A-CD060434EEF0}" dt="2026-07-12T08:17:28.220" v="25" actId="27636"/>
          <ac:spMkLst>
            <pc:docMk/>
            <pc:sldMk cId="1314118421" sldId="272"/>
            <ac:spMk id="2" creationId="{45F13A90-CF94-F04E-B7F3-F1D5AF739F84}"/>
          </ac:spMkLst>
        </pc:spChg>
        <pc:spChg chg="mod">
          <ac:chgData name="Haseena rahman" userId="4fc784b6336aae83" providerId="LiveId" clId="{5DAED2ED-308B-407C-A22A-CD060434EEF0}" dt="2026-07-12T08:31:40.262" v="118" actId="5793"/>
          <ac:spMkLst>
            <pc:docMk/>
            <pc:sldMk cId="1314118421" sldId="272"/>
            <ac:spMk id="3" creationId="{0D602685-180C-F27E-F015-6269262A8E67}"/>
          </ac:spMkLst>
        </pc:spChg>
      </pc:sldChg>
      <pc:sldChg chg="addSp delSp modSp new del mod">
        <pc:chgData name="Haseena rahman" userId="4fc784b6336aae83" providerId="LiveId" clId="{5DAED2ED-308B-407C-A22A-CD060434EEF0}" dt="2026-07-12T08:20:27.874" v="32" actId="2696"/>
        <pc:sldMkLst>
          <pc:docMk/>
          <pc:sldMk cId="761206380" sldId="273"/>
        </pc:sldMkLst>
        <pc:spChg chg="mod">
          <ac:chgData name="Haseena rahman" userId="4fc784b6336aae83" providerId="LiveId" clId="{5DAED2ED-308B-407C-A22A-CD060434EEF0}" dt="2026-07-12T06:33:06.135" v="23" actId="2711"/>
          <ac:spMkLst>
            <pc:docMk/>
            <pc:sldMk cId="761206380" sldId="273"/>
            <ac:spMk id="2" creationId="{23A4830B-0085-6EA7-16B5-4CFECCCF32E0}"/>
          </ac:spMkLst>
        </pc:spChg>
        <pc:spChg chg="mod">
          <ac:chgData name="Haseena rahman" userId="4fc784b6336aae83" providerId="LiveId" clId="{5DAED2ED-308B-407C-A22A-CD060434EEF0}" dt="2026-07-12T06:32:25.676" v="17" actId="14100"/>
          <ac:spMkLst>
            <pc:docMk/>
            <pc:sldMk cId="761206380" sldId="273"/>
            <ac:spMk id="3" creationId="{77192A97-577D-A910-FCF1-FFBF69B03133}"/>
          </ac:spMkLst>
        </pc:spChg>
        <pc:picChg chg="add del mod">
          <ac:chgData name="Haseena rahman" userId="4fc784b6336aae83" providerId="LiveId" clId="{5DAED2ED-308B-407C-A22A-CD060434EEF0}" dt="2026-07-12T08:20:20.881" v="31" actId="21"/>
          <ac:picMkLst>
            <pc:docMk/>
            <pc:sldMk cId="761206380" sldId="273"/>
            <ac:picMk id="5" creationId="{BF082596-FEE8-87AD-A8ED-A3EC10765B8F}"/>
          </ac:picMkLst>
        </pc:picChg>
      </pc:sldChg>
      <pc:sldChg chg="addSp modSp new mod">
        <pc:chgData name="Haseena rahman" userId="4fc784b6336aae83" providerId="LiveId" clId="{5DAED2ED-308B-407C-A22A-CD060434EEF0}" dt="2026-07-12T08:20:39.454" v="34" actId="931"/>
        <pc:sldMkLst>
          <pc:docMk/>
          <pc:sldMk cId="1887395847" sldId="273"/>
        </pc:sldMkLst>
        <pc:picChg chg="add mod">
          <ac:chgData name="Haseena rahman" userId="4fc784b6336aae83" providerId="LiveId" clId="{5DAED2ED-308B-407C-A22A-CD060434EEF0}" dt="2026-07-12T08:20:39.454" v="34" actId="931"/>
          <ac:picMkLst>
            <pc:docMk/>
            <pc:sldMk cId="1887395847" sldId="273"/>
            <ac:picMk id="3" creationId="{B2C25E6D-6F60-B383-371E-DAD51ADC5BFF}"/>
          </ac:picMkLst>
        </pc:picChg>
      </pc:sldChg>
      <pc:sldChg chg="modSp new mod ord">
        <pc:chgData name="Haseena rahman" userId="4fc784b6336aae83" providerId="LiveId" clId="{5DAED2ED-308B-407C-A22A-CD060434EEF0}" dt="2026-07-12T08:42:52.414" v="183" actId="27636"/>
        <pc:sldMkLst>
          <pc:docMk/>
          <pc:sldMk cId="2690363437" sldId="274"/>
        </pc:sldMkLst>
        <pc:spChg chg="mod">
          <ac:chgData name="Haseena rahman" userId="4fc784b6336aae83" providerId="LiveId" clId="{5DAED2ED-308B-407C-A22A-CD060434EEF0}" dt="2026-07-12T08:30:42.766" v="116" actId="2711"/>
          <ac:spMkLst>
            <pc:docMk/>
            <pc:sldMk cId="2690363437" sldId="274"/>
            <ac:spMk id="2" creationId="{77E23C8D-7C3B-6729-C76E-00CB7644D8B4}"/>
          </ac:spMkLst>
        </pc:spChg>
        <pc:spChg chg="mod">
          <ac:chgData name="Haseena rahman" userId="4fc784b6336aae83" providerId="LiveId" clId="{5DAED2ED-308B-407C-A22A-CD060434EEF0}" dt="2026-07-12T08:42:52.414" v="183" actId="27636"/>
          <ac:spMkLst>
            <pc:docMk/>
            <pc:sldMk cId="2690363437" sldId="274"/>
            <ac:spMk id="3" creationId="{50CE8BCB-0DE7-2BEC-DBBB-C2ED9B220434}"/>
          </ac:spMkLst>
        </pc:spChg>
      </pc:sldChg>
      <pc:sldChg chg="modSp new mod">
        <pc:chgData name="Haseena rahman" userId="4fc784b6336aae83" providerId="LiveId" clId="{5DAED2ED-308B-407C-A22A-CD060434EEF0}" dt="2026-07-12T08:48:09.738" v="232" actId="5793"/>
        <pc:sldMkLst>
          <pc:docMk/>
          <pc:sldMk cId="2633021549" sldId="275"/>
        </pc:sldMkLst>
        <pc:spChg chg="mod">
          <ac:chgData name="Haseena rahman" userId="4fc784b6336aae83" providerId="LiveId" clId="{5DAED2ED-308B-407C-A22A-CD060434EEF0}" dt="2026-07-12T08:46:18.189" v="199" actId="14100"/>
          <ac:spMkLst>
            <pc:docMk/>
            <pc:sldMk cId="2633021549" sldId="275"/>
            <ac:spMk id="2" creationId="{AF1D064B-1CC7-075F-CFB2-648B0E578713}"/>
          </ac:spMkLst>
        </pc:spChg>
        <pc:spChg chg="mod">
          <ac:chgData name="Haseena rahman" userId="4fc784b6336aae83" providerId="LiveId" clId="{5DAED2ED-308B-407C-A22A-CD060434EEF0}" dt="2026-07-12T08:48:09.738" v="232" actId="5793"/>
          <ac:spMkLst>
            <pc:docMk/>
            <pc:sldMk cId="2633021549" sldId="275"/>
            <ac:spMk id="3" creationId="{D1A6D831-C93E-5FA6-643C-5F4AD3B3DD2C}"/>
          </ac:spMkLst>
        </pc:spChg>
      </pc:sldChg>
      <pc:sldChg chg="addSp modSp new del mod">
        <pc:chgData name="Haseena rahman" userId="4fc784b6336aae83" providerId="LiveId" clId="{5DAED2ED-308B-407C-A22A-CD060434EEF0}" dt="2026-07-12T09:52:47.594" v="337" actId="2696"/>
        <pc:sldMkLst>
          <pc:docMk/>
          <pc:sldMk cId="2602954891" sldId="276"/>
        </pc:sldMkLst>
        <pc:spChg chg="mod">
          <ac:chgData name="Haseena rahman" userId="4fc784b6336aae83" providerId="LiveId" clId="{5DAED2ED-308B-407C-A22A-CD060434EEF0}" dt="2026-07-12T09:49:24.709" v="273" actId="14100"/>
          <ac:spMkLst>
            <pc:docMk/>
            <pc:sldMk cId="2602954891" sldId="276"/>
            <ac:spMk id="2" creationId="{ADE310DF-9FD6-9696-8E90-AAD1BD27EAF9}"/>
          </ac:spMkLst>
        </pc:spChg>
        <pc:picChg chg="add mod">
          <ac:chgData name="Haseena rahman" userId="4fc784b6336aae83" providerId="LiveId" clId="{5DAED2ED-308B-407C-A22A-CD060434EEF0}" dt="2026-07-12T09:49:43.486" v="279" actId="1076"/>
          <ac:picMkLst>
            <pc:docMk/>
            <pc:sldMk cId="2602954891" sldId="276"/>
            <ac:picMk id="5" creationId="{D7E96214-0A54-B9A2-9752-C6D1E70EF852}"/>
          </ac:picMkLst>
        </pc:picChg>
        <pc:picChg chg="add mod">
          <ac:chgData name="Haseena rahman" userId="4fc784b6336aae83" providerId="LiveId" clId="{5DAED2ED-308B-407C-A22A-CD060434EEF0}" dt="2026-07-12T09:51:06.453" v="325" actId="1076"/>
          <ac:picMkLst>
            <pc:docMk/>
            <pc:sldMk cId="2602954891" sldId="276"/>
            <ac:picMk id="7" creationId="{7E8CF409-1853-3E32-A4D0-3B77B8D0D24C}"/>
          </ac:picMkLst>
        </pc:picChg>
        <pc:picChg chg="add mod">
          <ac:chgData name="Haseena rahman" userId="4fc784b6336aae83" providerId="LiveId" clId="{5DAED2ED-308B-407C-A22A-CD060434EEF0}" dt="2026-07-12T09:49:57.700" v="284" actId="1076"/>
          <ac:picMkLst>
            <pc:docMk/>
            <pc:sldMk cId="2602954891" sldId="276"/>
            <ac:picMk id="9" creationId="{42E6684E-0424-1206-AE6C-ED883B17B296}"/>
          </ac:picMkLst>
        </pc:picChg>
      </pc:sldChg>
      <pc:sldChg chg="addSp modSp new mod">
        <pc:chgData name="Haseena rahman" userId="4fc784b6336aae83" providerId="LiveId" clId="{5DAED2ED-308B-407C-A22A-CD060434EEF0}" dt="2026-07-12T09:52:40.271" v="336" actId="1076"/>
        <pc:sldMkLst>
          <pc:docMk/>
          <pc:sldMk cId="220973503" sldId="277"/>
        </pc:sldMkLst>
        <pc:spChg chg="mod">
          <ac:chgData name="Haseena rahman" userId="4fc784b6336aae83" providerId="LiveId" clId="{5DAED2ED-308B-407C-A22A-CD060434EEF0}" dt="2026-07-12T09:50:47.904" v="320" actId="1076"/>
          <ac:spMkLst>
            <pc:docMk/>
            <pc:sldMk cId="220973503" sldId="277"/>
            <ac:spMk id="2" creationId="{3BFAA1CC-859E-55C2-8FD0-BFDC9A969E61}"/>
          </ac:spMkLst>
        </pc:spChg>
        <pc:picChg chg="add mod">
          <ac:chgData name="Haseena rahman" userId="4fc784b6336aae83" providerId="LiveId" clId="{5DAED2ED-308B-407C-A22A-CD060434EEF0}" dt="2026-07-12T09:51:20.697" v="328" actId="14100"/>
          <ac:picMkLst>
            <pc:docMk/>
            <pc:sldMk cId="220973503" sldId="277"/>
            <ac:picMk id="4" creationId="{8F840433-2D2C-7AA0-38D1-FE5790A692A4}"/>
          </ac:picMkLst>
        </pc:picChg>
        <pc:picChg chg="add mod">
          <ac:chgData name="Haseena rahman" userId="4fc784b6336aae83" providerId="LiveId" clId="{5DAED2ED-308B-407C-A22A-CD060434EEF0}" dt="2026-07-12T09:51:16.247" v="327" actId="1076"/>
          <ac:picMkLst>
            <pc:docMk/>
            <pc:sldMk cId="220973503" sldId="277"/>
            <ac:picMk id="6" creationId="{ACFCD1FF-B40E-B529-1EA9-365C9899DCA7}"/>
          </ac:picMkLst>
        </pc:picChg>
        <pc:picChg chg="add mod">
          <ac:chgData name="Haseena rahman" userId="4fc784b6336aae83" providerId="LiveId" clId="{5DAED2ED-308B-407C-A22A-CD060434EEF0}" dt="2026-07-12T09:51:37.710" v="330" actId="1076"/>
          <ac:picMkLst>
            <pc:docMk/>
            <pc:sldMk cId="220973503" sldId="277"/>
            <ac:picMk id="8" creationId="{BA095FA2-3FAF-4F3C-52AF-F45CA4F94E56}"/>
          </ac:picMkLst>
        </pc:picChg>
        <pc:picChg chg="add mod">
          <ac:chgData name="Haseena rahman" userId="4fc784b6336aae83" providerId="LiveId" clId="{5DAED2ED-308B-407C-A22A-CD060434EEF0}" dt="2026-07-12T09:52:40.271" v="336" actId="1076"/>
          <ac:picMkLst>
            <pc:docMk/>
            <pc:sldMk cId="220973503" sldId="277"/>
            <ac:picMk id="10" creationId="{A0421B64-EC53-B330-D021-B1946DAAF10F}"/>
          </ac:picMkLst>
        </pc:picChg>
      </pc:sldChg>
      <pc:sldChg chg="new del">
        <pc:chgData name="Haseena rahman" userId="4fc784b6336aae83" providerId="LiveId" clId="{5DAED2ED-308B-407C-A22A-CD060434EEF0}" dt="2026-07-12T09:54:08.190" v="339" actId="2696"/>
        <pc:sldMkLst>
          <pc:docMk/>
          <pc:sldMk cId="614921342" sldId="278"/>
        </pc:sldMkLst>
      </pc:sldChg>
      <pc:sldChg chg="modSp new mod">
        <pc:chgData name="Haseena rahman" userId="4fc784b6336aae83" providerId="LiveId" clId="{5DAED2ED-308B-407C-A22A-CD060434EEF0}" dt="2026-07-12T09:56:43.106" v="365" actId="1076"/>
        <pc:sldMkLst>
          <pc:docMk/>
          <pc:sldMk cId="2277782797" sldId="278"/>
        </pc:sldMkLst>
        <pc:spChg chg="mod">
          <ac:chgData name="Haseena rahman" userId="4fc784b6336aae83" providerId="LiveId" clId="{5DAED2ED-308B-407C-A22A-CD060434EEF0}" dt="2026-07-12T09:56:43.106" v="365" actId="1076"/>
          <ac:spMkLst>
            <pc:docMk/>
            <pc:sldMk cId="2277782797" sldId="278"/>
            <ac:spMk id="2" creationId="{94943B82-C567-8F32-B27B-34E2D7580A2B}"/>
          </ac:spMkLst>
        </pc:spChg>
        <pc:spChg chg="mod">
          <ac:chgData name="Haseena rahman" userId="4fc784b6336aae83" providerId="LiveId" clId="{5DAED2ED-308B-407C-A22A-CD060434EEF0}" dt="2026-07-12T09:56:34.830" v="364" actId="1076"/>
          <ac:spMkLst>
            <pc:docMk/>
            <pc:sldMk cId="2277782797" sldId="278"/>
            <ac:spMk id="3" creationId="{27B60F4B-F089-B8AE-8DA3-565F3D741D8A}"/>
          </ac:spMkLst>
        </pc:spChg>
      </pc:sldChg>
      <pc:sldChg chg="modSp new mod">
        <pc:chgData name="Haseena rahman" userId="4fc784b6336aae83" providerId="LiveId" clId="{5DAED2ED-308B-407C-A22A-CD060434EEF0}" dt="2026-07-12T10:03:18.902" v="427" actId="1076"/>
        <pc:sldMkLst>
          <pc:docMk/>
          <pc:sldMk cId="2339279632" sldId="279"/>
        </pc:sldMkLst>
        <pc:spChg chg="mod">
          <ac:chgData name="Haseena rahman" userId="4fc784b6336aae83" providerId="LiveId" clId="{5DAED2ED-308B-407C-A22A-CD060434EEF0}" dt="2026-07-12T10:03:18.902" v="427" actId="1076"/>
          <ac:spMkLst>
            <pc:docMk/>
            <pc:sldMk cId="2339279632" sldId="279"/>
            <ac:spMk id="2" creationId="{2BC6D666-B8F0-D24E-7D94-8B66066D5963}"/>
          </ac:spMkLst>
        </pc:spChg>
        <pc:spChg chg="mod">
          <ac:chgData name="Haseena rahman" userId="4fc784b6336aae83" providerId="LiveId" clId="{5DAED2ED-308B-407C-A22A-CD060434EEF0}" dt="2026-07-12T09:58:49.471" v="400" actId="2711"/>
          <ac:spMkLst>
            <pc:docMk/>
            <pc:sldMk cId="2339279632" sldId="279"/>
            <ac:spMk id="3" creationId="{E25251E7-2D0C-145A-E128-652EB065221F}"/>
          </ac:spMkLst>
        </pc:spChg>
      </pc:sldChg>
      <pc:sldChg chg="add del">
        <pc:chgData name="Haseena rahman" userId="4fc784b6336aae83" providerId="LiveId" clId="{5DAED2ED-308B-407C-A22A-CD060434EEF0}" dt="2026-07-12T09:54:20.195" v="342" actId="2696"/>
        <pc:sldMkLst>
          <pc:docMk/>
          <pc:sldMk cId="4236266367" sldId="279"/>
        </pc:sldMkLst>
      </pc:sldChg>
      <pc:sldChg chg="modSp new mod">
        <pc:chgData name="Haseena rahman" userId="4fc784b6336aae83" providerId="LiveId" clId="{5DAED2ED-308B-407C-A22A-CD060434EEF0}" dt="2026-07-12T10:04:18.151" v="434" actId="27636"/>
        <pc:sldMkLst>
          <pc:docMk/>
          <pc:sldMk cId="2143220879" sldId="280"/>
        </pc:sldMkLst>
        <pc:spChg chg="mod">
          <ac:chgData name="Haseena rahman" userId="4fc784b6336aae83" providerId="LiveId" clId="{5DAED2ED-308B-407C-A22A-CD060434EEF0}" dt="2026-07-12T10:03:10.461" v="426" actId="1076"/>
          <ac:spMkLst>
            <pc:docMk/>
            <pc:sldMk cId="2143220879" sldId="280"/>
            <ac:spMk id="2" creationId="{07361CAA-AFFD-BCD7-B9A9-4C18BD67808F}"/>
          </ac:spMkLst>
        </pc:spChg>
        <pc:spChg chg="mod">
          <ac:chgData name="Haseena rahman" userId="4fc784b6336aae83" providerId="LiveId" clId="{5DAED2ED-308B-407C-A22A-CD060434EEF0}" dt="2026-07-12T10:04:18.151" v="434" actId="27636"/>
          <ac:spMkLst>
            <pc:docMk/>
            <pc:sldMk cId="2143220879" sldId="280"/>
            <ac:spMk id="3" creationId="{656FF825-6909-56F7-52A0-07AF1382F8CA}"/>
          </ac:spMkLst>
        </pc:spChg>
      </pc:sldChg>
      <pc:sldChg chg="add del">
        <pc:chgData name="Haseena rahman" userId="4fc784b6336aae83" providerId="LiveId" clId="{5DAED2ED-308B-407C-A22A-CD060434EEF0}" dt="2026-07-12T11:16:48.654" v="528" actId="2696"/>
        <pc:sldMkLst>
          <pc:docMk/>
          <pc:sldMk cId="841218444" sldId="281"/>
        </pc:sldMkLst>
      </pc:sldChg>
      <pc:sldChg chg="new del">
        <pc:chgData name="Haseena rahman" userId="4fc784b6336aae83" providerId="LiveId" clId="{5DAED2ED-308B-407C-A22A-CD060434EEF0}" dt="2026-07-12T13:28:39.874" v="566" actId="2696"/>
        <pc:sldMkLst>
          <pc:docMk/>
          <pc:sldMk cId="3540167430" sldId="281"/>
        </pc:sldMkLst>
      </pc:sldChg>
      <pc:sldChg chg="addSp modSp new mod">
        <pc:chgData name="Haseena rahman" userId="4fc784b6336aae83" providerId="LiveId" clId="{5DAED2ED-308B-407C-A22A-CD060434EEF0}" dt="2026-07-12T13:30:08.512" v="585" actId="1076"/>
        <pc:sldMkLst>
          <pc:docMk/>
          <pc:sldMk cId="1697654722" sldId="282"/>
        </pc:sldMkLst>
        <pc:picChg chg="add mod">
          <ac:chgData name="Haseena rahman" userId="4fc784b6336aae83" providerId="LiveId" clId="{5DAED2ED-308B-407C-A22A-CD060434EEF0}" dt="2026-07-12T13:29:37.429" v="583" actId="14100"/>
          <ac:picMkLst>
            <pc:docMk/>
            <pc:sldMk cId="1697654722" sldId="282"/>
            <ac:picMk id="3" creationId="{D2BB9582-9FB7-18CE-B886-F0C1E656242A}"/>
          </ac:picMkLst>
        </pc:picChg>
        <pc:picChg chg="add mod">
          <ac:chgData name="Haseena rahman" userId="4fc784b6336aae83" providerId="LiveId" clId="{5DAED2ED-308B-407C-A22A-CD060434EEF0}" dt="2026-07-12T13:30:08.512" v="585" actId="1076"/>
          <ac:picMkLst>
            <pc:docMk/>
            <pc:sldMk cId="1697654722" sldId="282"/>
            <ac:picMk id="5" creationId="{5DF812B6-9C78-DF44-850F-F1A4D25B9515}"/>
          </ac:picMkLst>
        </pc:picChg>
      </pc:sldChg>
      <pc:sldChg chg="addSp modSp new mod">
        <pc:chgData name="Haseena rahman" userId="4fc784b6336aae83" providerId="LiveId" clId="{5DAED2ED-308B-407C-A22A-CD060434EEF0}" dt="2026-07-12T13:29:29.335" v="582" actId="1076"/>
        <pc:sldMkLst>
          <pc:docMk/>
          <pc:sldMk cId="4115994505" sldId="283"/>
        </pc:sldMkLst>
        <pc:picChg chg="add mod">
          <ac:chgData name="Haseena rahman" userId="4fc784b6336aae83" providerId="LiveId" clId="{5DAED2ED-308B-407C-A22A-CD060434EEF0}" dt="2026-07-12T13:29:13.438" v="576" actId="1076"/>
          <ac:picMkLst>
            <pc:docMk/>
            <pc:sldMk cId="4115994505" sldId="283"/>
            <ac:picMk id="3" creationId="{D690EDCB-687C-67B3-B536-5138D4C84916}"/>
          </ac:picMkLst>
        </pc:picChg>
        <pc:picChg chg="add mod">
          <ac:chgData name="Haseena rahman" userId="4fc784b6336aae83" providerId="LiveId" clId="{5DAED2ED-308B-407C-A22A-CD060434EEF0}" dt="2026-07-12T13:29:29.335" v="582" actId="1076"/>
          <ac:picMkLst>
            <pc:docMk/>
            <pc:sldMk cId="4115994505" sldId="283"/>
            <ac:picMk id="5" creationId="{65E77589-E439-8766-8329-0DCE609E620F}"/>
          </ac:picMkLst>
        </pc:picChg>
      </pc:sldChg>
      <pc:sldChg chg="addSp modSp new mod">
        <pc:chgData name="Haseena rahman" userId="4fc784b6336aae83" providerId="LiveId" clId="{5DAED2ED-308B-407C-A22A-CD060434EEF0}" dt="2026-07-12T13:35:23.412" v="599" actId="1076"/>
        <pc:sldMkLst>
          <pc:docMk/>
          <pc:sldMk cId="2920184639" sldId="284"/>
        </pc:sldMkLst>
        <pc:picChg chg="add mod">
          <ac:chgData name="Haseena rahman" userId="4fc784b6336aae83" providerId="LiveId" clId="{5DAED2ED-308B-407C-A22A-CD060434EEF0}" dt="2026-07-12T13:35:23.412" v="599" actId="1076"/>
          <ac:picMkLst>
            <pc:docMk/>
            <pc:sldMk cId="2920184639" sldId="284"/>
            <ac:picMk id="3" creationId="{1498DBE5-4BC6-761F-349C-C1775B10B0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seenar21/AI-Travel-Intelligenc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i-travel-intelligence.streamlit.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 dirty="0"/>
              <a:t>“Exploring the Power of </a:t>
            </a:r>
            <a:r>
              <a:rPr lang="en-US" b="1" i="1"/>
              <a:t>Agentic AI”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428118201"/>
              </p:ext>
            </p:extLst>
          </p:nvPr>
        </p:nvGraphicFramePr>
        <p:xfrm>
          <a:off x="1299257" y="2600315"/>
          <a:ext cx="9395000" cy="2167125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u="none" strike="noStrike" cap="none" dirty="0"/>
                        <a:t>Haseena Rahaman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u="none" strike="noStrike" cap="none" dirty="0"/>
                        <a:t>haseenar2104@gmail.com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000" u="none" strike="noStrike" cap="none" dirty="0"/>
                        <a:t>6303032387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Travel &amp; Tourism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4" y="551965"/>
            <a:ext cx="958117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800" b="1" dirty="0"/>
              <a:t>Travel Intelligence AI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B6830-0CA3-4D87-08A3-3D9500DBC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713" y="3667273"/>
            <a:ext cx="855335" cy="1100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492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: Travel Intelligence AI</a:t>
            </a:r>
            <a:endParaRPr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2000" dirty="0"/>
          </a:p>
          <a:p>
            <a:pPr lvl="0"/>
            <a:r>
              <a:rPr lang="en-IN" sz="2000" dirty="0"/>
              <a:t>Planning a trip can be time-consuming and overwhelming. Travelers often need to search multiple websites for destinations, transportation, accommodation, attractions, and budgeting. Managing expenses while creating a well-balanced itinerary is difficult, especially for families, groups, and budget-conscious travellers. Traditional travel planning methods lack personalized recommendations and require significant manual effort.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2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2000" dirty="0"/>
          </a:p>
          <a:p>
            <a:pPr lvl="0"/>
            <a:r>
              <a:rPr lang="en-IN" sz="2000" dirty="0"/>
              <a:t>To develop an AI-powered Travel Intelligence application that simplifies trip planning by generating personalized travel itineraries and optimizing travel budgets based on user preferences. The solution leverages IBM </a:t>
            </a:r>
            <a:r>
              <a:rPr lang="en-IN" sz="2000" dirty="0" err="1"/>
              <a:t>watsonx</a:t>
            </a:r>
            <a:r>
              <a:rPr lang="en-IN" sz="2000" dirty="0"/>
              <a:t> Orchestrate to provide intelligent recommendations, helping users save time, manage expenses efficiently, and make informed travel decisions through a single, user-friendly platform.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466354" y="1168656"/>
            <a:ext cx="10607040" cy="5847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Solution: </a:t>
            </a:r>
            <a:r>
              <a:rPr lang="en-US" sz="2000" b="1" dirty="0"/>
              <a:t>T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raveI</a:t>
            </a:r>
            <a:r>
              <a:rPr lang="en-US" sz="2000" b="1" dirty="0"/>
              <a:t> Intelligence AI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/>
          </a:p>
          <a:p>
            <a:pPr lvl="0"/>
            <a:r>
              <a:rPr lang="en-IN" sz="2000" dirty="0"/>
              <a:t>The proposed solution is an </a:t>
            </a:r>
            <a:r>
              <a:rPr lang="en-IN" sz="2000" b="1" dirty="0"/>
              <a:t>AI-powered Travel Intelligence application</a:t>
            </a:r>
            <a:r>
              <a:rPr lang="en-IN" sz="2000" dirty="0"/>
              <a:t> built using </a:t>
            </a: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</a:t>
            </a:r>
            <a:r>
              <a:rPr lang="en-IN" sz="2000" dirty="0"/>
              <a:t>, </a:t>
            </a:r>
            <a:r>
              <a:rPr lang="en-IN" sz="2000" b="1" dirty="0"/>
              <a:t>IBM Cloud</a:t>
            </a:r>
            <a:r>
              <a:rPr lang="en-IN" sz="2000" dirty="0"/>
              <a:t>, </a:t>
            </a:r>
            <a:r>
              <a:rPr lang="en-IN" sz="2000" b="1" dirty="0"/>
              <a:t>Python</a:t>
            </a:r>
            <a:r>
              <a:rPr lang="en-IN" sz="2000" dirty="0"/>
              <a:t>, and </a:t>
            </a:r>
            <a:r>
              <a:rPr lang="en-IN" sz="2000" b="1" dirty="0" err="1"/>
              <a:t>Streamlit</a:t>
            </a:r>
            <a:r>
              <a:rPr lang="en-IN" sz="2000" dirty="0"/>
              <a:t> to provide personalized travel planning and intelligent budget optimization. 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the solution uses an </a:t>
            </a: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 AI agent</a:t>
            </a:r>
            <a:r>
              <a:rPr lang="en-IN" sz="2000" dirty="0"/>
              <a:t> that understands user preferences and generates context-aware travel recommendations. The application securely communicates with the AI agent using </a:t>
            </a:r>
            <a:r>
              <a:rPr lang="en-IN" sz="2000" b="1" dirty="0"/>
              <a:t>IBM Identity and Access Management (IAM)</a:t>
            </a:r>
            <a:r>
              <a:rPr lang="en-IN" sz="2000" dirty="0"/>
              <a:t> authentication, ensuring secure and reliable access to IBM Cloud services.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The system consists of two key AI-powered modules:</a:t>
            </a:r>
          </a:p>
          <a:p>
            <a:r>
              <a:rPr lang="en-IN" sz="2000" b="1" dirty="0"/>
              <a:t>AI Travel Planner:</a:t>
            </a:r>
            <a:r>
              <a:rPr lang="en-IN" sz="2000" dirty="0"/>
              <a:t> Generates a personalized day-wise travel itinerary based on the user’s input for attractions, accommodation, and transportation. </a:t>
            </a:r>
          </a:p>
          <a:p>
            <a:endParaRPr lang="en-IN" sz="2000" dirty="0"/>
          </a:p>
          <a:p>
            <a:r>
              <a:rPr lang="en-IN" sz="2000" b="1" dirty="0"/>
              <a:t>AI Budget Optimizer:</a:t>
            </a:r>
            <a:r>
              <a:rPr lang="en-IN" sz="2000" dirty="0"/>
              <a:t> </a:t>
            </a:r>
            <a:r>
              <a:rPr lang="en-IN" sz="2000" dirty="0" err="1"/>
              <a:t>Analyzes</a:t>
            </a:r>
            <a:r>
              <a:rPr lang="en-IN" sz="2000" dirty="0"/>
              <a:t> the user's travel details to provide an optimized budget allocation</a:t>
            </a:r>
          </a:p>
          <a:p>
            <a:pPr lvl="0"/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455468" y="706991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3A90-CF94-F04E-B7F3-F1D5AF73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41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02685-180C-F27E-F015-6269262A8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20486"/>
            <a:ext cx="10515600" cy="5556477"/>
          </a:xfrm>
        </p:spPr>
        <p:txBody>
          <a:bodyPr/>
          <a:lstStyle/>
          <a:p>
            <a:r>
              <a:rPr lang="en-IN" sz="2000" dirty="0">
                <a:latin typeface="+mn-lt"/>
              </a:rPr>
              <a:t>The application features a </a:t>
            </a:r>
            <a:r>
              <a:rPr lang="en-IN" sz="2000" b="1" dirty="0">
                <a:latin typeface="+mn-lt"/>
              </a:rPr>
              <a:t>user-friendly </a:t>
            </a:r>
            <a:r>
              <a:rPr lang="en-IN" sz="2000" b="1" dirty="0" err="1">
                <a:latin typeface="+mn-lt"/>
              </a:rPr>
              <a:t>Streamlit</a:t>
            </a:r>
            <a:r>
              <a:rPr lang="en-IN" sz="2000" b="1" dirty="0">
                <a:latin typeface="+mn-lt"/>
              </a:rPr>
              <a:t> interface</a:t>
            </a:r>
            <a:r>
              <a:rPr lang="en-IN" sz="2000" dirty="0">
                <a:latin typeface="+mn-lt"/>
              </a:rPr>
              <a:t> that interacts with </a:t>
            </a:r>
            <a:r>
              <a:rPr lang="en-IN" sz="2000" b="1" dirty="0">
                <a:latin typeface="+mn-lt"/>
              </a:rPr>
              <a:t>IBM </a:t>
            </a:r>
            <a:r>
              <a:rPr lang="en-IN" sz="2000" b="1" dirty="0" err="1">
                <a:latin typeface="+mn-lt"/>
              </a:rPr>
              <a:t>watsonx</a:t>
            </a:r>
            <a:r>
              <a:rPr lang="en-IN" sz="2000" b="1" dirty="0">
                <a:latin typeface="+mn-lt"/>
              </a:rPr>
              <a:t> Orchestrate</a:t>
            </a:r>
            <a:r>
              <a:rPr lang="en-IN" sz="2000" dirty="0">
                <a:latin typeface="+mn-lt"/>
              </a:rPr>
              <a:t> to generate AI-powered recommendations in real time. </a:t>
            </a:r>
            <a:r>
              <a:rPr lang="en-IN" sz="2000" b="1" dirty="0">
                <a:latin typeface="+mn-lt"/>
              </a:rPr>
              <a:t>IBM Cloud</a:t>
            </a:r>
            <a:r>
              <a:rPr lang="en-IN" sz="2000" dirty="0">
                <a:latin typeface="+mn-lt"/>
              </a:rPr>
              <a:t> provides a secure and scalable platform for deploying the intelligent travel assistant.</a:t>
            </a:r>
          </a:p>
          <a:p>
            <a:r>
              <a:rPr lang="en-IN" sz="2000" dirty="0">
                <a:latin typeface="+mn-lt"/>
              </a:rPr>
              <a:t>Overall, </a:t>
            </a:r>
            <a:r>
              <a:rPr lang="en-IN" sz="2000" b="1" dirty="0">
                <a:latin typeface="+mn-lt"/>
              </a:rPr>
              <a:t>Travel Intelligence AI</a:t>
            </a:r>
            <a:r>
              <a:rPr lang="en-IN" sz="2000" dirty="0">
                <a:latin typeface="+mn-lt"/>
              </a:rPr>
              <a:t> simplifies trip planning by delivering personalized itineraries and intelligent budget optimization through a single AI-powered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11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C25E6D-6F60-B383-371E-DAD51ADC5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3C8D-7C3B-6729-C76E-00CB7644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085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Workflow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E8BCB-0DE7-2BEC-DBBB-C2ED9B220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114" y="737847"/>
            <a:ext cx="11430000" cy="538230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User Accesses the Application- </a:t>
            </a:r>
            <a:r>
              <a:rPr lang="en-IN" sz="2000" dirty="0">
                <a:latin typeface="+mn-lt"/>
              </a:rPr>
              <a:t>The user launches the </a:t>
            </a:r>
            <a:r>
              <a:rPr lang="en-IN" sz="2000" dirty="0" err="1">
                <a:latin typeface="+mn-lt"/>
              </a:rPr>
              <a:t>Streamlit</a:t>
            </a:r>
            <a:r>
              <a:rPr lang="en-IN" sz="2000" dirty="0">
                <a:latin typeface="+mn-lt"/>
              </a:rPr>
              <a:t>-based Travel Intelligence AI application and selects either </a:t>
            </a:r>
            <a:r>
              <a:rPr lang="en-IN" sz="2000" b="1" dirty="0">
                <a:latin typeface="+mn-lt"/>
              </a:rPr>
              <a:t>AI Travel Planner</a:t>
            </a:r>
            <a:r>
              <a:rPr lang="en-IN" sz="2000" dirty="0">
                <a:latin typeface="+mn-lt"/>
              </a:rPr>
              <a:t> or </a:t>
            </a:r>
            <a:r>
              <a:rPr lang="en-IN" sz="2000" b="1" dirty="0">
                <a:latin typeface="+mn-lt"/>
              </a:rPr>
              <a:t>AI Budget Optimizer</a:t>
            </a:r>
            <a:r>
              <a:rPr lang="en-IN" sz="2000" dirty="0">
                <a:latin typeface="+mn-lt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User Inputs Travel Details- </a:t>
            </a:r>
            <a:r>
              <a:rPr lang="en-IN" sz="2000" dirty="0">
                <a:latin typeface="+mn-lt"/>
              </a:rPr>
              <a:t>The user enters essential travel information such as the source location, destination, trip duration, budget, number of </a:t>
            </a:r>
            <a:r>
              <a:rPr lang="en-IN" sz="2000" dirty="0" err="1">
                <a:latin typeface="+mn-lt"/>
              </a:rPr>
              <a:t>travelers</a:t>
            </a:r>
            <a:r>
              <a:rPr lang="en-IN" sz="2000" dirty="0">
                <a:latin typeface="+mn-lt"/>
              </a:rPr>
              <a:t>, travel type, and travel interests.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Input Validation &amp; Authentication- </a:t>
            </a:r>
            <a:r>
              <a:rPr lang="en-IN" sz="2000" dirty="0">
                <a:latin typeface="+mn-lt"/>
              </a:rPr>
              <a:t>The application validates the entered information and securely authenticates the request using </a:t>
            </a:r>
            <a:r>
              <a:rPr lang="en-IN" sz="2000" b="1" dirty="0">
                <a:latin typeface="+mn-lt"/>
              </a:rPr>
              <a:t>IBM Identity and Access Management (IAM)</a:t>
            </a:r>
            <a:r>
              <a:rPr lang="en-IN" sz="2000" dirty="0">
                <a:latin typeface="+mn-lt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Request Processing- </a:t>
            </a:r>
            <a:r>
              <a:rPr lang="en-IN" sz="2000" dirty="0">
                <a:latin typeface="+mn-lt"/>
              </a:rPr>
              <a:t>The validated request is sent to the </a:t>
            </a:r>
            <a:r>
              <a:rPr lang="en-IN" sz="2000" b="1" dirty="0">
                <a:latin typeface="+mn-lt"/>
              </a:rPr>
              <a:t>IBM </a:t>
            </a:r>
            <a:r>
              <a:rPr lang="en-IN" sz="2000" b="1" dirty="0" err="1">
                <a:latin typeface="+mn-lt"/>
              </a:rPr>
              <a:t>watsonx</a:t>
            </a:r>
            <a:r>
              <a:rPr lang="en-IN" sz="2000" b="1" dirty="0">
                <a:latin typeface="+mn-lt"/>
              </a:rPr>
              <a:t> Orchestrate AI Agent</a:t>
            </a:r>
            <a:r>
              <a:rPr lang="en-IN" sz="2000" dirty="0">
                <a:latin typeface="+mn-lt"/>
              </a:rPr>
              <a:t>, which </a:t>
            </a:r>
            <a:r>
              <a:rPr lang="en-IN" sz="2000" dirty="0" err="1">
                <a:latin typeface="+mn-lt"/>
              </a:rPr>
              <a:t>analyzes</a:t>
            </a:r>
            <a:r>
              <a:rPr lang="en-IN" sz="2000" dirty="0">
                <a:latin typeface="+mn-lt"/>
              </a:rPr>
              <a:t> the user's travel requirements and context.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AI Recommendation Generation- </a:t>
            </a:r>
            <a:r>
              <a:rPr lang="en-IN" sz="2000" dirty="0">
                <a:latin typeface="+mn-lt"/>
              </a:rPr>
              <a:t>Based on the selected feature, the AI agent either generates a personalized day-wise travel itinerary or provides an optimized travel budget with cost-saving recommendations.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Display of Results- </a:t>
            </a:r>
            <a:r>
              <a:rPr lang="en-IN" sz="2000" dirty="0">
                <a:latin typeface="+mn-lt"/>
              </a:rPr>
              <a:t>The generated travel plan or budget optimization report is displayed on the </a:t>
            </a:r>
            <a:r>
              <a:rPr lang="en-IN" sz="2000" dirty="0" err="1">
                <a:latin typeface="+mn-lt"/>
              </a:rPr>
              <a:t>Streamlit</a:t>
            </a:r>
            <a:r>
              <a:rPr lang="en-IN" sz="2000" dirty="0">
                <a:latin typeface="+mn-lt"/>
              </a:rPr>
              <a:t> interface in a structured and easy-to-read format.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+mn-lt"/>
              </a:rPr>
              <a:t>User Review &amp; Planning- </a:t>
            </a:r>
            <a:r>
              <a:rPr lang="en-IN" sz="2000" dirty="0">
                <a:latin typeface="+mn-lt"/>
              </a:rPr>
              <a:t>The user can review the recommendations and use them to make informed travel decisions and plan the trip more efficiently.</a:t>
            </a:r>
          </a:p>
        </p:txBody>
      </p:sp>
    </p:spTree>
    <p:extLst>
      <p:ext uri="{BB962C8B-B14F-4D97-AF65-F5344CB8AC3E}">
        <p14:creationId xmlns:p14="http://schemas.microsoft.com/office/powerpoint/2010/main" val="269036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92746"/>
            <a:ext cx="712317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418012" y="662056"/>
            <a:ext cx="11556274" cy="695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</a:t>
            </a:r>
            <a:r>
              <a:rPr lang="en-US" sz="2000" dirty="0"/>
              <a:t>- </a:t>
            </a:r>
            <a:r>
              <a:rPr lang="en-IN" sz="2000" dirty="0"/>
              <a:t>Used to build and deploy the AI agent that generates personalized travel itineraries and budget optimization recommendations.</a:t>
            </a:r>
          </a:p>
          <a:p>
            <a:pPr lvl="0">
              <a:buSzPts val="1800"/>
            </a:pPr>
            <a:endParaRPr lang="en-IN" sz="2000" dirty="0"/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IBM Cloud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IN" sz="2000" dirty="0"/>
              <a:t>Provides a secure and scalable cloud platform for hosting and managing the Travel Intelligence AI application.</a:t>
            </a:r>
          </a:p>
          <a:p>
            <a:pPr lvl="1">
              <a:buSzPts val="1800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REST APIs (Requests Library)</a:t>
            </a:r>
            <a:r>
              <a:rPr lang="en-US" sz="2000" dirty="0"/>
              <a:t>-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000" dirty="0"/>
              <a:t>Used to securely communicate with IBM </a:t>
            </a:r>
            <a:r>
              <a:rPr lang="en-IN" sz="2000" dirty="0" err="1"/>
              <a:t>watsonx</a:t>
            </a:r>
            <a:r>
              <a:rPr lang="en-IN" sz="2000" dirty="0"/>
              <a:t> Orchestrate and retrieve AI-generated responses.</a:t>
            </a:r>
          </a:p>
          <a:p>
            <a:pPr lvl="0">
              <a:buSzPts val="1800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US" sz="2000" b="1" dirty="0"/>
              <a:t>Python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IN" sz="2000" dirty="0"/>
              <a:t>The core programming language used to develop the application and integrate IBM Cloud services.</a:t>
            </a:r>
          </a:p>
          <a:p>
            <a:pPr lvl="0">
              <a:buSzPts val="1800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 err="1"/>
              <a:t>Streamlit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IN" sz="2000" dirty="0"/>
              <a:t>Used to build the interactive web interface for the AI Travel Planner and Budget Optimizer.</a:t>
            </a:r>
          </a:p>
          <a:p>
            <a:pPr marL="285750" lvl="0" indent="-285750">
              <a:buSzPts val="1800"/>
              <a:buFont typeface="Arial"/>
              <a:buChar char="•"/>
            </a:pP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IBM Identity and Access Management (IAM)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IN" sz="2000" dirty="0"/>
              <a:t>Used for secure authentication and authorization between the </a:t>
            </a:r>
            <a:r>
              <a:rPr lang="en-IN" sz="2000" dirty="0" err="1"/>
              <a:t>Streamlit</a:t>
            </a:r>
            <a:r>
              <a:rPr lang="en-IN" sz="2000" dirty="0"/>
              <a:t> application and IBM </a:t>
            </a:r>
            <a:r>
              <a:rPr lang="en-IN" sz="2000" dirty="0" err="1"/>
              <a:t>watsonx</a:t>
            </a:r>
            <a:r>
              <a:rPr lang="en-IN" sz="2000" dirty="0"/>
              <a:t> Orchestrate APIs.</a:t>
            </a:r>
          </a:p>
          <a:p>
            <a:pPr lvl="0">
              <a:buSzPts val="1800"/>
            </a:pPr>
            <a:endParaRPr lang="en-IN" sz="2000" dirty="0"/>
          </a:p>
          <a:p>
            <a:pPr marL="285750" lvl="0" indent="-285750">
              <a:buSzPts val="1800"/>
              <a:buFont typeface="Arial"/>
              <a:buChar char="•"/>
            </a:pPr>
            <a:r>
              <a:rPr lang="en-IN" sz="2000" b="1" dirty="0"/>
              <a:t>Python </a:t>
            </a:r>
            <a:r>
              <a:rPr lang="en-IN" sz="2000" b="1" dirty="0" err="1"/>
              <a:t>Dotenv</a:t>
            </a:r>
            <a:r>
              <a:rPr lang="en-IN" sz="2000" b="1" dirty="0"/>
              <a:t> (.env)- </a:t>
            </a:r>
            <a:r>
              <a:rPr lang="en-IN" sz="2000" dirty="0"/>
              <a:t>Used to securely store sensitive credentials such as API keys, URLs, and Agent ID.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475488" y="874495"/>
            <a:ext cx="11385151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/>
              <a:t>The </a:t>
            </a: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 AI agent</a:t>
            </a:r>
            <a:r>
              <a:rPr lang="en-IN" sz="2000" dirty="0"/>
              <a:t> serves as the intelligent core of the Travel Intelligence AI application. It autonomously understands user travel requirements, </a:t>
            </a:r>
            <a:r>
              <a:rPr lang="en-IN" sz="2000" dirty="0" err="1"/>
              <a:t>analyzes</a:t>
            </a:r>
            <a:r>
              <a:rPr lang="en-IN" sz="2000" dirty="0"/>
              <a:t> multiple travel parameters, and generates personalized recommendations in real time.</a:t>
            </a:r>
          </a:p>
          <a:p>
            <a:endParaRPr lang="en-IN" sz="2000" dirty="0"/>
          </a:p>
          <a:p>
            <a:r>
              <a:rPr lang="en-IN" sz="2000" dirty="0"/>
              <a:t>Instead of following predefined rules, the AI agent interprets the user's preferences and provides context-aware responses, making travel planning more efficient, personalized, and user-friendly.</a:t>
            </a:r>
          </a:p>
          <a:p>
            <a:endParaRPr lang="en-IN" sz="2000" dirty="0"/>
          </a:p>
          <a:p>
            <a:r>
              <a:rPr lang="en-IN" sz="2000" b="1" dirty="0"/>
              <a:t>Responsibilities of the AI Agent: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Understands</a:t>
            </a:r>
            <a:r>
              <a:rPr lang="en-IN" sz="2000" dirty="0"/>
              <a:t> user inputs such as source, destination, budget, duration, travel type, and travel interests.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Generates</a:t>
            </a:r>
            <a:r>
              <a:rPr lang="en-IN" sz="2000" dirty="0"/>
              <a:t> personalized day-wise travel itineraries tailored to user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Optimizes</a:t>
            </a:r>
            <a:r>
              <a:rPr lang="en-IN" sz="2000" dirty="0"/>
              <a:t> travel budgets by recommending efficient budget allocation and cost-saving strategies. </a:t>
            </a:r>
            <a:r>
              <a:rPr lang="en-IN" sz="2000" b="1" dirty="0"/>
              <a:t>Provides</a:t>
            </a:r>
            <a:r>
              <a:rPr lang="en-IN" sz="2000" dirty="0"/>
              <a:t> intelligent travel suggestions, including attractions, transportation, accommodation, packing tips, and safety guidelines.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Automates</a:t>
            </a:r>
            <a:r>
              <a:rPr lang="en-IN" sz="2000" dirty="0"/>
              <a:t> the travel planning process, reducing manual effort and improving decision-making.</a:t>
            </a:r>
            <a:endParaRPr lang="en-IN" sz="2000" b="1" dirty="0"/>
          </a:p>
          <a:p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IN" sz="2800" dirty="0"/>
              <a:t>IBM Components Used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37"/>
          <p:cNvSpPr txBox="1"/>
          <p:nvPr/>
        </p:nvSpPr>
        <p:spPr>
          <a:xfrm>
            <a:off x="474822" y="863187"/>
            <a:ext cx="8823960" cy="62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57200">
              <a:buAutoNum type="arabicParenR"/>
            </a:pPr>
            <a:r>
              <a:rPr lang="en-IN" sz="2000" b="1" dirty="0"/>
              <a:t>IBM </a:t>
            </a:r>
            <a:r>
              <a:rPr lang="en-IN" sz="2000" b="1" dirty="0" err="1"/>
              <a:t>watsonx</a:t>
            </a:r>
            <a:r>
              <a:rPr lang="en-IN" sz="2000" b="1" dirty="0"/>
              <a:t> Orchestrate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IN" sz="2000" dirty="0"/>
              <a:t>AI agent used to generate personalized travel itineraries and budget optimization recommendations.</a:t>
            </a:r>
          </a:p>
          <a:p>
            <a:pPr marL="457200" lvl="0" indent="-457200">
              <a:buAutoNum type="arabicParenR"/>
            </a:pPr>
            <a:endParaRPr lang="en-IN" sz="2000" dirty="0"/>
          </a:p>
          <a:p>
            <a:pPr marL="457200" lvl="0" indent="-457200">
              <a:buAutoNum type="arabicParenR"/>
            </a:pPr>
            <a:r>
              <a:rPr lang="en-IN" sz="2000" b="1" dirty="0"/>
              <a:t>IBM Identity and Access Management (IAM) </a:t>
            </a:r>
            <a:r>
              <a:rPr lang="en-IN" sz="2000" dirty="0"/>
              <a:t>- Authenticates API requests securely and manages access to IBM Cloud services.</a:t>
            </a:r>
          </a:p>
          <a:p>
            <a:pPr marL="457200" lvl="0" indent="-457200">
              <a:buAutoNum type="arabicParenR"/>
            </a:pPr>
            <a:endParaRPr lang="en-IN" sz="2000" dirty="0"/>
          </a:p>
          <a:p>
            <a:pPr marL="457200" indent="-457200">
              <a:buFont typeface="Arial"/>
              <a:buAutoNum type="arabicParenR"/>
            </a:pPr>
            <a:r>
              <a:rPr lang="en-US" sz="2000" b="1" dirty="0"/>
              <a:t>IBM Cloud- </a:t>
            </a:r>
            <a:r>
              <a:rPr lang="en-IN" sz="2000" dirty="0"/>
              <a:t>Provides the cloud environment for hosting and managing IBM AI services.</a:t>
            </a:r>
          </a:p>
          <a:p>
            <a:pPr marL="457200" lvl="0" indent="-457200">
              <a:buAutoNum type="arabicParenR"/>
            </a:pPr>
            <a:endParaRPr 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lvl="0"/>
            <a:endParaRPr lang="en-US" sz="2000" dirty="0"/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B45938-98BC-8693-45CC-DA29CE2DACF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705430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4680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36C483-99CA-9F0B-869C-0CC11F39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490462"/>
              </p:ext>
            </p:extLst>
          </p:nvPr>
        </p:nvGraphicFramePr>
        <p:xfrm>
          <a:off x="838200" y="3848894"/>
          <a:ext cx="10515600" cy="15849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1717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21999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1E579C-C01D-1190-5BA1-2B0FA09F9A9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08833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3993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4D0425-E076-968A-98EA-060C278B1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0603"/>
              </p:ext>
            </p:extLst>
          </p:nvPr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932577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030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064B-1CC7-075F-CFB2-648B0E57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39"/>
            <a:ext cx="10515600" cy="712561"/>
          </a:xfrm>
        </p:spPr>
        <p:txBody>
          <a:bodyPr>
            <a:normAutofit/>
          </a:bodyPr>
          <a:lstStyle/>
          <a:p>
            <a:r>
              <a:rPr lang="en-IN" sz="2800" b="1" dirty="0"/>
              <a:t>Key Features of the Application</a:t>
            </a:r>
            <a:endParaRPr lang="en-IN" sz="28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6D831-C93E-5FA6-643C-5F4AD3B3D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914" y="838199"/>
            <a:ext cx="11517086" cy="5894161"/>
          </a:xfrm>
        </p:spPr>
        <p:txBody>
          <a:bodyPr>
            <a:normAutofit fontScale="40000" lnSpcReduction="20000"/>
          </a:bodyPr>
          <a:lstStyle/>
          <a:p>
            <a:pPr marL="114300" indent="0">
              <a:buNone/>
            </a:pPr>
            <a:r>
              <a:rPr lang="en-IN" sz="5000" b="1" dirty="0">
                <a:latin typeface="+mn-lt"/>
              </a:rPr>
              <a:t>AI Travel Planner</a:t>
            </a:r>
          </a:p>
          <a:p>
            <a:r>
              <a:rPr lang="en-IN" sz="5000" dirty="0">
                <a:latin typeface="+mn-lt"/>
              </a:rPr>
              <a:t>Generates </a:t>
            </a:r>
            <a:r>
              <a:rPr lang="en-IN" sz="5000" b="1" dirty="0">
                <a:latin typeface="+mn-lt"/>
              </a:rPr>
              <a:t>personalized day-wise travel itineraries</a:t>
            </a:r>
            <a:r>
              <a:rPr lang="en-IN" sz="5000" dirty="0">
                <a:latin typeface="+mn-lt"/>
              </a:rPr>
              <a:t> based on user preferences. </a:t>
            </a:r>
          </a:p>
          <a:p>
            <a:r>
              <a:rPr lang="en-IN" sz="5000" dirty="0">
                <a:latin typeface="+mn-lt"/>
              </a:rPr>
              <a:t>Recommends tourist attractions, accommodation, transportation, local food, and travel tips. </a:t>
            </a:r>
          </a:p>
          <a:p>
            <a:r>
              <a:rPr lang="en-IN" sz="5000" dirty="0">
                <a:latin typeface="+mn-lt"/>
              </a:rPr>
              <a:t>Provides estimated travel expenses, packing suggestions, and safety guidelines for a complete travel experience.</a:t>
            </a:r>
          </a:p>
          <a:p>
            <a:endParaRPr lang="en-IN" sz="5000" dirty="0">
              <a:latin typeface="+mn-lt"/>
            </a:endParaRPr>
          </a:p>
          <a:p>
            <a:pPr marL="114300" indent="0">
              <a:buNone/>
            </a:pPr>
            <a:r>
              <a:rPr lang="en-IN" sz="5000" b="1" dirty="0">
                <a:latin typeface="+mn-lt"/>
              </a:rPr>
              <a:t>AI Budget Optimizer</a:t>
            </a:r>
          </a:p>
          <a:p>
            <a:r>
              <a:rPr lang="en-IN" sz="5000" dirty="0">
                <a:latin typeface="+mn-lt"/>
              </a:rPr>
              <a:t>Creates an </a:t>
            </a:r>
            <a:r>
              <a:rPr lang="en-IN" sz="5000" b="1" dirty="0">
                <a:latin typeface="+mn-lt"/>
              </a:rPr>
              <a:t>optimized travel budget</a:t>
            </a:r>
            <a:r>
              <a:rPr lang="en-IN" sz="5000" dirty="0">
                <a:latin typeface="+mn-lt"/>
              </a:rPr>
              <a:t> based on the user's destination, duration, and budget. </a:t>
            </a:r>
          </a:p>
          <a:p>
            <a:r>
              <a:rPr lang="en-IN" sz="5000" dirty="0">
                <a:latin typeface="+mn-lt"/>
              </a:rPr>
              <a:t>Suggests cost-saving strategies, economical transportation, and accommodation options. </a:t>
            </a:r>
          </a:p>
          <a:p>
            <a:r>
              <a:rPr lang="en-IN" sz="5000" dirty="0">
                <a:latin typeface="+mn-lt"/>
              </a:rPr>
              <a:t>Allocates expenses across travel, stay, food, sightseeing, and miscellaneous costs while highlighting hidden expenses and providing an overall budget assessment. </a:t>
            </a:r>
          </a:p>
          <a:p>
            <a:pPr marL="114300" indent="0">
              <a:buNone/>
            </a:pPr>
            <a:endParaRPr lang="en-IN" sz="5000" dirty="0">
              <a:latin typeface="+mn-lt"/>
            </a:endParaRPr>
          </a:p>
          <a:p>
            <a:pPr marL="114300" indent="0">
              <a:buNone/>
            </a:pPr>
            <a:r>
              <a:rPr lang="en-IN" sz="5000" b="1" dirty="0">
                <a:latin typeface="+mn-lt"/>
              </a:rPr>
              <a:t>Additional Features</a:t>
            </a:r>
          </a:p>
          <a:p>
            <a:r>
              <a:rPr lang="en-IN" sz="5000" dirty="0">
                <a:latin typeface="+mn-lt"/>
              </a:rPr>
              <a:t>Interactive and user-friendly </a:t>
            </a:r>
            <a:r>
              <a:rPr lang="en-IN" sz="5000" b="1" dirty="0" err="1">
                <a:latin typeface="+mn-lt"/>
              </a:rPr>
              <a:t>Streamlit</a:t>
            </a:r>
            <a:r>
              <a:rPr lang="en-IN" sz="5000" dirty="0">
                <a:latin typeface="+mn-lt"/>
              </a:rPr>
              <a:t> interface. </a:t>
            </a:r>
          </a:p>
          <a:p>
            <a:r>
              <a:rPr lang="en-IN" sz="5000" dirty="0">
                <a:latin typeface="+mn-lt"/>
              </a:rPr>
              <a:t>Secure API communication using </a:t>
            </a:r>
            <a:r>
              <a:rPr lang="en-IN" sz="5000" b="1" dirty="0">
                <a:latin typeface="+mn-lt"/>
              </a:rPr>
              <a:t>IBM IAM Authentication</a:t>
            </a:r>
            <a:r>
              <a:rPr lang="en-IN" sz="5000" dirty="0">
                <a:latin typeface="+mn-lt"/>
              </a:rPr>
              <a:t>. </a:t>
            </a:r>
          </a:p>
          <a:p>
            <a:r>
              <a:rPr lang="en-IN" sz="5000" dirty="0">
                <a:latin typeface="+mn-lt"/>
              </a:rPr>
              <a:t>AI-powered recommendations through </a:t>
            </a:r>
            <a:r>
              <a:rPr lang="en-IN" sz="5000" b="1" dirty="0">
                <a:latin typeface="+mn-lt"/>
              </a:rPr>
              <a:t>IBM </a:t>
            </a:r>
            <a:r>
              <a:rPr lang="en-IN" sz="5000" b="1" dirty="0" err="1">
                <a:latin typeface="+mn-lt"/>
              </a:rPr>
              <a:t>watsonx</a:t>
            </a:r>
            <a:r>
              <a:rPr lang="en-IN" sz="5000" b="1" dirty="0">
                <a:latin typeface="+mn-lt"/>
              </a:rPr>
              <a:t> Orchestrate</a:t>
            </a:r>
            <a:r>
              <a:rPr lang="en-IN" sz="5000" dirty="0">
                <a:latin typeface="+mn-lt"/>
              </a:rPr>
              <a:t>. </a:t>
            </a:r>
          </a:p>
          <a:p>
            <a:r>
              <a:rPr lang="en-IN" sz="5000" dirty="0">
                <a:latin typeface="+mn-lt"/>
              </a:rPr>
              <a:t>Fast and personalized travel planning in real time.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021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A1CC-859E-55C2-8FD0-BFDC9A96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0"/>
            <a:ext cx="10515600" cy="84318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n-lt"/>
              </a:rPr>
              <a:t>Application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40433-2D2C-7AA0-38D1-FE5790A6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231" y="919389"/>
            <a:ext cx="6256769" cy="2890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FCD1FF-B40E-B529-1EA9-365C9899D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389"/>
            <a:ext cx="6123657" cy="2777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095FA2-3FAF-4F3C-52AF-F45CA4F94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6733"/>
            <a:ext cx="6254248" cy="2885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421B64-EC53-B330-D021-B1946DAAF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464" y="3885605"/>
            <a:ext cx="5996536" cy="277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3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8DBE5-4BC6-761F-349C-C1775B10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31" y="476438"/>
            <a:ext cx="12046569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8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3B82-C567-8F32-B27B-34E2D758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686"/>
            <a:ext cx="10515600" cy="827314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+mn-lt"/>
              </a:rPr>
              <a:t>Results Achieved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60F4B-F089-B8AE-8DA3-565F3D741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05543"/>
            <a:ext cx="10515600" cy="5610906"/>
          </a:xfrm>
        </p:spPr>
        <p:txBody>
          <a:bodyPr>
            <a:normAutofit/>
          </a:bodyPr>
          <a:lstStyle/>
          <a:p>
            <a:pPr marL="114300" indent="0">
              <a:lnSpc>
                <a:spcPct val="100000"/>
              </a:lnSpc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Travel Intelligence AI application successfully generates personalized travel recommendations and budget optimization reports based on user preferences using IBM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Orchestrate.</a:t>
            </a:r>
          </a:p>
          <a:p>
            <a:r>
              <a:rPr lang="en-IN" sz="2000" b="1" dirty="0">
                <a:latin typeface="+mn-lt"/>
              </a:rPr>
              <a:t>Key Outcomes</a:t>
            </a:r>
          </a:p>
          <a:p>
            <a:r>
              <a:rPr lang="en-IN" sz="2000" dirty="0">
                <a:latin typeface="+mn-lt"/>
              </a:rPr>
              <a:t>✅ Generates personalized day-wise travel itineraries. </a:t>
            </a:r>
          </a:p>
          <a:p>
            <a:r>
              <a:rPr lang="en-IN" sz="2000" dirty="0">
                <a:latin typeface="+mn-lt"/>
              </a:rPr>
              <a:t>✅ Provides optimized budget allocation for transportation, accommodation, food, and sightseeing. </a:t>
            </a:r>
          </a:p>
          <a:p>
            <a:r>
              <a:rPr lang="en-IN" sz="2000" dirty="0">
                <a:latin typeface="+mn-lt"/>
              </a:rPr>
              <a:t>✅ Suggests suitable tourist attractions and travel recommendations. </a:t>
            </a:r>
          </a:p>
          <a:p>
            <a:r>
              <a:rPr lang="en-IN" sz="2000" dirty="0">
                <a:latin typeface="+mn-lt"/>
              </a:rPr>
              <a:t>✅ Recommends economical travel options and cost-saving tips. </a:t>
            </a:r>
          </a:p>
          <a:p>
            <a:r>
              <a:rPr lang="en-IN" sz="2000" dirty="0">
                <a:latin typeface="+mn-lt"/>
              </a:rPr>
              <a:t>✅ Displays AI-generated results in real time through an interactive </a:t>
            </a:r>
            <a:r>
              <a:rPr lang="en-IN" sz="2000" dirty="0" err="1">
                <a:latin typeface="+mn-lt"/>
              </a:rPr>
              <a:t>Streamlit</a:t>
            </a:r>
            <a:r>
              <a:rPr lang="en-IN" sz="2000" dirty="0">
                <a:latin typeface="+mn-lt"/>
              </a:rPr>
              <a:t> interface. </a:t>
            </a:r>
          </a:p>
          <a:p>
            <a:r>
              <a:rPr lang="en-IN" sz="2000" dirty="0">
                <a:latin typeface="+mn-lt"/>
              </a:rPr>
              <a:t>✅ Simplifies travel planning while improving user decision-making.</a:t>
            </a:r>
          </a:p>
          <a:p>
            <a:pPr marL="11430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82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D666-B8F0-D24E-7D94-8B66066D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9" y="365123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latin typeface="Arial" panose="020B0604020202020204" pitchFamily="34" charset="0"/>
                <a:cs typeface="Arial" panose="020B0604020202020204" pitchFamily="34" charset="0"/>
              </a:rPr>
              <a:t>Sample Output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251E7-2D0C-145A-E128-652EB065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71" y="677861"/>
            <a:ext cx="10515600" cy="5679395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sz="2200" b="1" dirty="0">
                <a:latin typeface="+mn-lt"/>
              </a:rPr>
              <a:t>AI Travel Planner</a:t>
            </a:r>
            <a:endParaRPr lang="en-IN" sz="2200" dirty="0">
              <a:latin typeface="+mn-lt"/>
            </a:endParaRPr>
          </a:p>
          <a:p>
            <a:r>
              <a:rPr lang="en-IN" sz="2200" dirty="0">
                <a:latin typeface="+mn-lt"/>
              </a:rPr>
              <a:t>5-day personalized itinerary </a:t>
            </a:r>
          </a:p>
          <a:p>
            <a:r>
              <a:rPr lang="en-IN" sz="2200" dirty="0">
                <a:latin typeface="+mn-lt"/>
              </a:rPr>
              <a:t>Tourist attractions </a:t>
            </a:r>
          </a:p>
          <a:p>
            <a:r>
              <a:rPr lang="en-IN" sz="2200" dirty="0">
                <a:latin typeface="+mn-lt"/>
              </a:rPr>
              <a:t>Hotel recommendations </a:t>
            </a:r>
          </a:p>
          <a:p>
            <a:r>
              <a:rPr lang="en-IN" sz="2200" dirty="0">
                <a:latin typeface="+mn-lt"/>
              </a:rPr>
              <a:t>Transportation suggestions </a:t>
            </a:r>
          </a:p>
          <a:p>
            <a:r>
              <a:rPr lang="en-IN" sz="2200" dirty="0">
                <a:latin typeface="+mn-lt"/>
              </a:rPr>
              <a:t>Estimated trip cost </a:t>
            </a:r>
          </a:p>
          <a:p>
            <a:r>
              <a:rPr lang="en-IN" sz="2200" dirty="0">
                <a:latin typeface="+mn-lt"/>
              </a:rPr>
              <a:t>Packing checklist </a:t>
            </a:r>
          </a:p>
          <a:p>
            <a:r>
              <a:rPr lang="en-IN" sz="2200" dirty="0">
                <a:latin typeface="+mn-lt"/>
              </a:rPr>
              <a:t>Safety guidelines </a:t>
            </a:r>
          </a:p>
          <a:p>
            <a:pPr marL="114300" indent="0">
              <a:buNone/>
            </a:pPr>
            <a:r>
              <a:rPr lang="en-IN" sz="2200" b="1" dirty="0">
                <a:latin typeface="+mn-lt"/>
              </a:rPr>
              <a:t>AI Budget Optimizer</a:t>
            </a:r>
            <a:endParaRPr lang="en-IN" sz="2200" dirty="0">
              <a:latin typeface="+mn-lt"/>
            </a:endParaRPr>
          </a:p>
          <a:p>
            <a:r>
              <a:rPr lang="en-IN" sz="2200" dirty="0">
                <a:latin typeface="+mn-lt"/>
              </a:rPr>
              <a:t>Budget allocation by category </a:t>
            </a:r>
          </a:p>
          <a:p>
            <a:r>
              <a:rPr lang="en-IN" sz="2200" dirty="0">
                <a:latin typeface="+mn-lt"/>
              </a:rPr>
              <a:t>Cost-saving recommendations </a:t>
            </a:r>
          </a:p>
          <a:p>
            <a:r>
              <a:rPr lang="en-IN" sz="2200" dirty="0">
                <a:latin typeface="+mn-lt"/>
              </a:rPr>
              <a:t>Hidden expense alerts </a:t>
            </a:r>
          </a:p>
          <a:p>
            <a:r>
              <a:rPr lang="en-IN" sz="2200" dirty="0">
                <a:latin typeface="+mn-lt"/>
              </a:rPr>
              <a:t>Budget summary </a:t>
            </a:r>
          </a:p>
          <a:p>
            <a:r>
              <a:rPr lang="en-IN" sz="2200" dirty="0">
                <a:latin typeface="+mn-lt"/>
              </a:rPr>
              <a:t>Overall Budget Score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279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1CAA-AFFD-BCD7-B9A9-4C18BD67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17011"/>
            <a:ext cx="10515600" cy="681036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+mj-lt"/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FF825-6909-56F7-52A0-07AF1382F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057" y="681038"/>
            <a:ext cx="11277600" cy="66559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Although the current system provides AI-powered travel planning and budget optimization, several enhancements can be implemented to improve functionality and user experience.</a:t>
            </a:r>
          </a:p>
          <a:p>
            <a:pPr marL="114300" indent="0">
              <a:buNone/>
            </a:pPr>
            <a:r>
              <a:rPr lang="en-IN" sz="2000" b="1" dirty="0"/>
              <a:t>Proposed Enhancements</a:t>
            </a:r>
          </a:p>
          <a:p>
            <a:r>
              <a:rPr lang="en-IN" sz="2000" b="1" dirty="0"/>
              <a:t>Hotel &amp; Flight Booking Integration</a:t>
            </a:r>
            <a:r>
              <a:rPr lang="en-IN" sz="2000" dirty="0"/>
              <a:t> – Enable users to directly book hotels, flights, and transportation from the application. </a:t>
            </a:r>
          </a:p>
          <a:p>
            <a:r>
              <a:rPr lang="en-IN" sz="2000" b="1" dirty="0"/>
              <a:t>Real-Time Weather Updates</a:t>
            </a:r>
            <a:r>
              <a:rPr lang="en-IN" sz="2000" dirty="0"/>
              <a:t> – Integrate weather APIs to provide destination-specific forecasts and travel alerts. </a:t>
            </a:r>
          </a:p>
          <a:p>
            <a:r>
              <a:rPr lang="en-IN" sz="2000" b="1" dirty="0"/>
              <a:t>Interactive Maps &amp; Navigation</a:t>
            </a:r>
            <a:r>
              <a:rPr lang="en-IN" sz="2000" dirty="0"/>
              <a:t> – Display routes, nearby attractions, and locations using Google Maps or IBM geospatial services. </a:t>
            </a:r>
          </a:p>
          <a:p>
            <a:r>
              <a:rPr lang="en-IN" sz="2000" b="1" dirty="0"/>
              <a:t>Multi-Language Support</a:t>
            </a:r>
            <a:r>
              <a:rPr lang="en-IN" sz="2000" dirty="0"/>
              <a:t> – Offer travel recommendations in multiple regional and international languages. </a:t>
            </a:r>
          </a:p>
          <a:p>
            <a:r>
              <a:rPr lang="en-IN" sz="2000" b="1" dirty="0"/>
              <a:t>Voice-Based AI Assistant</a:t>
            </a:r>
            <a:r>
              <a:rPr lang="en-IN" sz="2000" dirty="0"/>
              <a:t> – Allow users to interact with the application using voice commands. </a:t>
            </a:r>
          </a:p>
          <a:p>
            <a:r>
              <a:rPr lang="en-IN" sz="2000" b="1" dirty="0"/>
              <a:t>Trip History &amp; User Profiles</a:t>
            </a:r>
            <a:r>
              <a:rPr lang="en-IN" sz="2000" dirty="0"/>
              <a:t> – Save previous trips and provide personalized recommendations based on travel history. </a:t>
            </a:r>
          </a:p>
          <a:p>
            <a:r>
              <a:rPr lang="en-IN" sz="2000" b="1" dirty="0"/>
              <a:t>Expense Tracking</a:t>
            </a:r>
            <a:r>
              <a:rPr lang="en-IN" sz="2000" dirty="0"/>
              <a:t> – Monitor actual trip expenses and compare them with the planned budget. </a:t>
            </a:r>
          </a:p>
          <a:p>
            <a:r>
              <a:rPr lang="en-IN" sz="2000" b="1" dirty="0"/>
              <a:t>Cloud Storage Integration</a:t>
            </a:r>
            <a:r>
              <a:rPr lang="en-IN" sz="2000" dirty="0"/>
              <a:t> – Securely store generated travel itineraries and reports for future access.</a:t>
            </a:r>
          </a:p>
          <a:p>
            <a:pPr marL="11430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3220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IN" sz="2800" b="1" dirty="0"/>
              <a:t>GitHub Repository &amp; Demo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1" dirty="0">
                <a:latin typeface="+mj-lt"/>
              </a:rPr>
              <a:t>Project Repository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dirty="0">
                <a:latin typeface="+mj-lt"/>
              </a:rPr>
              <a:t>GitHub: </a:t>
            </a:r>
            <a:r>
              <a:rPr lang="en-IN" sz="2000" dirty="0">
                <a:latin typeface="+mj-lt"/>
                <a:hlinkClick r:id="rId3"/>
              </a:rPr>
              <a:t>Travel Intelligence AI </a:t>
            </a:r>
            <a:r>
              <a:rPr lang="en-IN" sz="2000" dirty="0" err="1">
                <a:latin typeface="+mj-lt"/>
                <a:hlinkClick r:id="rId3"/>
              </a:rPr>
              <a:t>Github</a:t>
            </a:r>
            <a:r>
              <a:rPr lang="en-IN" sz="2000" dirty="0">
                <a:latin typeface="+mj-lt"/>
                <a:hlinkClick r:id="rId3"/>
              </a:rPr>
              <a:t> Repository</a:t>
            </a:r>
            <a:endParaRPr lang="en-IN" sz="2000" b="1" i="0" u="none" strike="noStrike" cap="none" dirty="0">
              <a:solidFill>
                <a:srgbClr val="2B354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1" dirty="0">
                <a:latin typeface="+mj-lt"/>
              </a:rPr>
              <a:t>Application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000" dirty="0" err="1">
                <a:latin typeface="+mj-lt"/>
              </a:rPr>
              <a:t>Streamlit</a:t>
            </a:r>
            <a:r>
              <a:rPr lang="en-IN" sz="2000" dirty="0">
                <a:latin typeface="+mj-lt"/>
              </a:rPr>
              <a:t>-based web application: </a:t>
            </a:r>
            <a:r>
              <a:rPr lang="en-IN" sz="2000" dirty="0">
                <a:latin typeface="+mj-lt"/>
                <a:hlinkClick r:id="rId4"/>
              </a:rPr>
              <a:t>website link</a:t>
            </a:r>
            <a:endParaRPr lang="en-IN" sz="2000" dirty="0">
              <a:latin typeface="+mj-lt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FEA7D-B1FC-6624-5A6D-5EF83266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79" y="1398393"/>
            <a:ext cx="5824771" cy="4349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F37559-0BD7-57D8-6653-4691ED3C2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03" y="1398393"/>
            <a:ext cx="5778797" cy="43499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B9582-9FB7-18CE-B886-F0C1E656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2" y="997660"/>
            <a:ext cx="5236356" cy="3228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812B6-9C78-DF44-850F-F1A4D25B9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03" y="997660"/>
            <a:ext cx="5236355" cy="323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54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0EDCB-687C-67B3-B536-5138D4C8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953265"/>
            <a:ext cx="5799221" cy="3567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77589-E439-8766-8329-0DCE609E6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62039"/>
            <a:ext cx="5799222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94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1371</Words>
  <Application>Microsoft Office PowerPoint</Application>
  <PresentationFormat>Widescreen</PresentationFormat>
  <Paragraphs>154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Steps</vt:lpstr>
      <vt:lpstr>PowerPoint Presentation</vt:lpstr>
      <vt:lpstr>PowerPoint Presentation</vt:lpstr>
      <vt:lpstr>PowerPoint Presentation</vt:lpstr>
      <vt:lpstr>Key Features of the Application</vt:lpstr>
      <vt:lpstr>Application screenshots</vt:lpstr>
      <vt:lpstr>PowerPoint Presentation</vt:lpstr>
      <vt:lpstr>Results Achieved </vt:lpstr>
      <vt:lpstr>Sample Output </vt:lpstr>
      <vt:lpstr>Future Scope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Haseena rahman</cp:lastModifiedBy>
  <cp:revision>1</cp:revision>
  <dcterms:created xsi:type="dcterms:W3CDTF">2025-07-08T05:06:56Z</dcterms:created>
  <dcterms:modified xsi:type="dcterms:W3CDTF">2026-07-12T18:22:14Z</dcterms:modified>
</cp:coreProperties>
</file>